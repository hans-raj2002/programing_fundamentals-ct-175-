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72F755-F062-4211-8111-2EC7902DF0A4}">
  <a:tblStyle styleId="{6F72F755-F062-4211-8111-2EC7902DF0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regular.fntdata"/><Relationship Id="rId21" Type="http://schemas.openxmlformats.org/officeDocument/2006/relationships/slide" Target="slides/slide15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f41d06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1f41d06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f41d06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1f41d06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1f41d06d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1f41d06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f41d06d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f41d06d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1f41d06d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1f41d06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f41d06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f41d06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f41d06d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f41d06d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f41d06d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f41d06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1f41d06d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1f41d06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f41d06d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f41d06d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f41d06d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f41d06d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f41d06d0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1f41d06d0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1f41d06d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1f41d06d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1f41d06d0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1f41d06d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07950" y="215175"/>
            <a:ext cx="8459400" cy="461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879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879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1879">
                <a:solidFill>
                  <a:srgbClr val="000000"/>
                </a:solidFill>
              </a:rPr>
              <a:t>NED University of Engineering and Technology</a:t>
            </a:r>
            <a:br>
              <a:rPr b="1" lang="en-GB" sz="1879">
                <a:solidFill>
                  <a:srgbClr val="000000"/>
                </a:solidFill>
              </a:rPr>
            </a:br>
            <a:r>
              <a:rPr b="1" lang="en-GB" sz="1879">
                <a:solidFill>
                  <a:srgbClr val="000000"/>
                </a:solidFill>
              </a:rPr>
              <a:t>Department of Computer Science and Information Technology</a:t>
            </a:r>
            <a:endParaRPr b="1" sz="1879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1879">
                <a:solidFill>
                  <a:srgbClr val="000000"/>
                </a:solidFill>
              </a:rPr>
              <a:t>Programming Fundamentals (CT-175) Course Project Presentation</a:t>
            </a:r>
            <a:endParaRPr b="1" sz="1879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-GB" sz="1879">
                <a:solidFill>
                  <a:srgbClr val="000000"/>
                </a:solidFill>
              </a:rPr>
              <a:t>Project Title:</a:t>
            </a:r>
            <a:r>
              <a:rPr lang="en-GB" sz="1879">
                <a:solidFill>
                  <a:srgbClr val="000000"/>
                </a:solidFill>
              </a:rPr>
              <a:t> Battleship Game in C Language</a:t>
            </a:r>
            <a:endParaRPr sz="1879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79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Group Name:</a:t>
            </a:r>
            <a: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Army of Coders</a:t>
            </a:r>
            <a:b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Instructor:</a:t>
            </a:r>
            <a: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Muhammad Abdullah</a:t>
            </a:r>
            <a:b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Group Members:</a:t>
            </a:r>
            <a:br>
              <a:rPr b="1"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• Hans Raj (CT-25187)</a:t>
            </a:r>
            <a:b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• Ayesha Aqil (CT-25175)</a:t>
            </a:r>
            <a:endParaRPr sz="17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1879"/>
          </a:p>
        </p:txBody>
      </p:sp>
      <p:pic>
        <p:nvPicPr>
          <p:cNvPr id="129" name="Google Shape;12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00" y="294750"/>
            <a:ext cx="12477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Introduction</a:t>
            </a:r>
            <a:endParaRPr b="1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409000"/>
            <a:ext cx="75057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develops a Battleship Game using the C programming language.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It aims to strengthen understanding of arrays, loops, conditionals, user input handling, and random number generation.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game is a two-player guessing game involving strategy and logic, where each player aims to locate and sink the opponent’s ships on a 5×5 grid.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project applies programming fundamentals to create an interactive console game, combining structured thinking, algorithm design, and step-by-step problem solving.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Objectives </a:t>
            </a:r>
            <a:endParaRPr b="1"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541575"/>
            <a:ext cx="7505700" cy="28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Apply programming fundamentals to design an interactive console game.</a:t>
            </a:r>
            <a:b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Strengthen logical thinking and problem-solving abilities.</a:t>
            </a:r>
            <a:b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Implement arrays, loops, and conditional structures effectively.</a:t>
            </a:r>
            <a:b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Gain practical experience in coding, debugging, and teamwork.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Background </a:t>
            </a:r>
            <a:endParaRPr b="1"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423675"/>
            <a:ext cx="75057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Battleship originated as a pencil-and-paper game during World War I.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It later evolved into both board and computer versions.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game develops strategic reasoning, logical thinking, and pattern recognition skills.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 this project, the game is implemented in C using arrays for the board and loops for repeated actions.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/>
              <a:t>Problem Statement </a:t>
            </a:r>
            <a:endParaRPr b="1" sz="3200"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688975"/>
            <a:ext cx="7505700" cy="31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Design and implement a Battleship Game that supports Player vs Computer and Player vs Player modes.</a:t>
            </a:r>
            <a:b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program must validate user input, track hits and misses, and correctly determine the winner.</a:t>
            </a:r>
            <a:b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Implement fair computer moves using random number generation for unpredictability.</a:t>
            </a:r>
            <a:b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Manage turns, prevent repeated attacks, and maintain updated board states.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Approach </a:t>
            </a:r>
            <a:endParaRPr b="1"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Initialize game boards for both players.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Allow ship placement (manual or random).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Execute the game loop for attacks and turns.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Check winning conditions after each round.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Provide a replay option for continuous gameplay.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Techniques </a:t>
            </a:r>
            <a:endParaRPr b="1"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Arrays for grid representation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Loops for repeated turns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Conditionals for decision-making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Random numbers for computer logic (rand() and srand(time(0)))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373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Pseudocode </a:t>
            </a:r>
            <a:endParaRPr b="1"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293225" y="1158400"/>
            <a:ext cx="36549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Initialize boards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Display Menu (1 or 2 players)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Player(s) place ships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IF Vs Computer THEN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Computer randomly places ships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7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END IF</a:t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817"/>
          </a:p>
        </p:txBody>
      </p:sp>
      <p:sp>
        <p:nvSpPr>
          <p:cNvPr id="172" name="Google Shape;172;p20"/>
          <p:cNvSpPr txBox="1"/>
          <p:nvPr/>
        </p:nvSpPr>
        <p:spPr>
          <a:xfrm>
            <a:off x="4346125" y="981550"/>
            <a:ext cx="44802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  WHILE ships not destroyed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     Player attacks → check hit/miss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     Computer or next player attacks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  END WHILE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  Declare Winner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END</a:t>
            </a:r>
            <a:endParaRPr sz="18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-GB" sz="1870"/>
              <a:t>This pseudocode shows the logical structure and flow of the game.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657025" y="462425"/>
            <a:ext cx="7505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Important Code Snippets </a:t>
            </a:r>
            <a:endParaRPr b="1"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229623" y="996125"/>
            <a:ext cx="2804700" cy="3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Ship Placement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rand() % size;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rand() % size;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(board2[x][y] == 0) {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board2[x][y] = 'S';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122750" y="976714"/>
            <a:ext cx="2804700" cy="3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Attack Logic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(board2[x][y] == 'S') {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printf("Hit!\n");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display1[x][y] = 'X';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hits1++;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else {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printf("Miss!\n");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display1[x][y] = 'O';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6016900" y="1020928"/>
            <a:ext cx="2804700" cy="3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Turn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{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x = rand() % size;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y = rand() % size;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while(display2[x][y] != 0);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819150" y="613125"/>
            <a:ext cx="75057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Dry Run Example</a:t>
            </a:r>
            <a:endParaRPr b="1"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211025" y="1135450"/>
            <a:ext cx="86985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Size: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5×5								</a:t>
            </a: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Ships per Player: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Player destroys all computer ships and wins.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22"/>
          <p:cNvGraphicFramePr/>
          <p:nvPr/>
        </p:nvGraphicFramePr>
        <p:xfrm>
          <a:off x="351875" y="2143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{6F72F755-F062-4211-8111-2EC7902DF0A4}</a:tableStyleId>
              </a:tblPr>
              <a:tblGrid>
                <a:gridCol w="1684150"/>
                <a:gridCol w="1684150"/>
                <a:gridCol w="1684150"/>
                <a:gridCol w="1684150"/>
                <a:gridCol w="1684150"/>
              </a:tblGrid>
              <a:tr h="55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Turn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Player Move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Result</a:t>
                      </a:r>
                      <a:endParaRPr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Computer Move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Result 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(0,1)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Hit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(1,2)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Hit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3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(2,2)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Miss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(0.0)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Hit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3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(2,3)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Hit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Hit-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Challenges Faced </a:t>
            </a:r>
            <a:endParaRPr b="1"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Preventing repeated attacks on the same coordinates.</a:t>
            </a:r>
            <a:b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Implementing fair and random computer moves.</a:t>
            </a:r>
            <a:b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Ensuring valid input and smooth turn transitions.</a:t>
            </a:r>
            <a:b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Debugging logical and runtime errors during testing.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Outcomes </a:t>
            </a:r>
            <a:endParaRPr b="1"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19150" y="1990725"/>
            <a:ext cx="7505700" cy="28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Developed a fully functional console-based Battleship Game in C.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Applied loops, arrays, and conditional logic effectively.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Used random number generation to enhance gameplay unpredictability.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Improved collaboration and time management skills within the group.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What We Learned </a:t>
            </a:r>
            <a:endParaRPr b="1"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819150" y="1990725"/>
            <a:ext cx="7505700" cy="27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Converting an idea into an executable algorithm.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Using two-dimensional arrays for grid-based games.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Implementing turn-based logic and flow control.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Debugging and testing programs efficiently.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Collaborating within a group to complete a software project.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819150" y="845600"/>
            <a:ext cx="75057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Conclusion</a:t>
            </a:r>
            <a:endParaRPr b="1"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819150" y="1755400"/>
            <a:ext cx="7505700" cy="29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Battleship Game project demonstrates key programming concepts in C language.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It integrates arrays, loops, conditionals, and randomization in a structured and interactive way.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Through this project, the group strengthened analytical, coding, and teamwork abilities.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experience provides a solid foundation for future programming and software development.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Acknowledgment </a:t>
            </a:r>
            <a:endParaRPr b="1"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819150" y="1581050"/>
            <a:ext cx="7505700" cy="31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We sincerely thank our instructor </a:t>
            </a: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Mr. Muhammad Abdullah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his guidance and encouragement throughout the project.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This project was developed by </a:t>
            </a: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Army of Coders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consisting of </a:t>
            </a: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Hans Raj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Ayesha Aqil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part of the Programming Fundamentals course at </a:t>
            </a: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NED University of Engineering and Technology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